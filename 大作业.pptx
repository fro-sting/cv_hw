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3" autoAdjust="0"/>
    <p:restoredTop sz="94660"/>
  </p:normalViewPr>
  <p:slideViewPr>
    <p:cSldViewPr snapToGrid="0">
      <p:cViewPr varScale="1">
        <p:scale>
          <a:sx n="99" d="100"/>
          <a:sy n="99" d="100"/>
        </p:scale>
        <p:origin x="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711E62-FC79-A99B-B6D2-148F8E4C30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8A7B9DB-3394-0FDA-DBE0-23BE98530D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742E17-E905-A9BC-32C7-DBF2E45CF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CDFFE-6C8A-47F8-AE38-506E59056684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1E1492-A617-52A2-4B8F-66CAB2272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F6609E-81F9-2214-0CB2-3DDEDBB49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E20CE-6C87-4F31-915D-9BE59B978B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0199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31A6DF-F3F5-C25E-4971-4A2600CC6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41942E-5116-2F41-341D-60A3543BB9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B56C80-88DB-7BFA-1C88-884C0D61E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CDFFE-6C8A-47F8-AE38-506E59056684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54E58E-1EB9-EC80-0CE7-AF3425971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448DAA-BEEE-CD35-C9F8-D26F526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E20CE-6C87-4F31-915D-9BE59B978B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2948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6932B6-B0B3-9706-4A08-F37E9102A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4F32036-D62A-79EF-ABCC-873C07C79D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CE18F3-E4D6-2684-95AB-751D9795D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CDFFE-6C8A-47F8-AE38-506E59056684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C4B4BE-CAA5-C000-E15F-8F5E98DF4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DA996D-7176-0857-74E7-2EA233817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E20CE-6C87-4F31-915D-9BE59B978B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4489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695C05-25DE-E309-37B9-91BEA69E1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FBD538-CDA8-A931-084F-A81234A6F5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E346C44-2DE2-1718-6744-24892D2A69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E311C4-F265-E781-D718-CD03A6E0D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CDFFE-6C8A-47F8-AE38-506E59056684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3D67F8-CE13-F7E9-1170-7AB58F2E4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E68A38D-2428-C7A0-F5DA-0C9FD6AAE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E20CE-6C87-4F31-915D-9BE59B978B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3629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3F8DF6-3C29-6819-ED4A-9D90862E5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A6CF4B-0AB4-4E21-215D-2B2E6730CA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F571E2-D268-839E-BF7C-92B959884A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0B2D2CA-CCEC-7354-C6F5-CC79DDAC37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755B96B-D7C2-C7AB-3FC4-8B020F1CBA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A30804C-0B30-8E86-D542-816224A55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CDFFE-6C8A-47F8-AE38-506E59056684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09D64E5-B2A9-5B30-A224-AAD4FCA70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08301D4-D631-F0EB-C14B-9DA075769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E20CE-6C87-4F31-915D-9BE59B978B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3332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96B5CA-B956-F5CE-D003-6234A617E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ECDB312-F1BD-DEDB-D0E9-F8689C6D4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CDFFE-6C8A-47F8-AE38-506E59056684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5AD43FF-49D0-82D6-3F04-AD231C3AD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9A15CD4-815F-9F88-552A-FFD5CF2E9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E20CE-6C87-4F31-915D-9BE59B978B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1595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86F9D82-4543-8A71-5D80-AB45B7EDC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CDFFE-6C8A-47F8-AE38-506E59056684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E76DCD8-4E85-ACB4-01FD-2015BF316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BB904A-0105-921E-EB4C-11B2EB794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E20CE-6C87-4F31-915D-9BE59B978B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1726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994CD7-4F4F-69A9-047B-25F9A82CA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817268-AFAD-7B14-EB85-AFEC9E019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EC221F5-B32B-37DF-6DBA-3F31C1D916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4B87045-98BC-08BC-E3BF-DC93C7AA8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CDFFE-6C8A-47F8-AE38-506E59056684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9A14C44-D2F0-768A-A03E-C7C4DBC08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E622FF5-721D-2A53-22AF-0639810D0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E20CE-6C87-4F31-915D-9BE59B978B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5852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316A08-2DD8-7E7E-24DC-B76B94518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8E43D69-D9F2-FC91-1163-41DCA5D715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BD37245-B89D-7AC9-CBD9-6634FAF4A1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C3276A4-7B39-0C41-6029-12D392B77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CDFFE-6C8A-47F8-AE38-506E59056684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7D5389B-3097-4060-1953-DEDD06606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8F95ADD-B537-84CE-F087-CA20BE729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E20CE-6C87-4F31-915D-9BE59B978B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5705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2D4AC6-9209-C527-7E16-5112B6959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B5E6D3D-7688-EC72-A83B-D302A801B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45B472-313A-B6DB-6765-17DE3ABE1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CDFFE-6C8A-47F8-AE38-506E59056684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89A1F5-983B-E41E-51E7-5A8730D33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BE60FF-DEB2-78D6-5DF7-9C637E2E0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E20CE-6C87-4F31-915D-9BE59B978B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7718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41F1C7E-14D0-1B7D-6BCD-C7F06FE13C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88103DB-2DD7-CC7F-0B27-744FEA5FAC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2E019A-D4A3-4DC2-1D9F-FD141F013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CDFFE-6C8A-47F8-AE38-506E59056684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D070B7-8D78-4099-5A61-7D717337F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26AC40-C7D1-E953-B26B-A8019CAA7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E20CE-6C87-4F31-915D-9BE59B978B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8738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2B11CD8-4011-1AB3-D830-D75AA776A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81A3A2-0654-BB08-8277-2017EC156C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870020-A945-7B46-3FEC-1C38065A9E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0CDFFE-6C8A-47F8-AE38-506E59056684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D0996E-8292-7D78-0E47-D50683241E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E271FF-17AA-1532-599A-90FB31783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AE20CE-6C87-4F31-915D-9BE59B978B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9581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3F0006DE-37C9-2F38-08A9-E3D1AEDFBF95}"/>
              </a:ext>
            </a:extLst>
          </p:cNvPr>
          <p:cNvSpPr txBox="1">
            <a:spLocks/>
          </p:cNvSpPr>
          <p:nvPr/>
        </p:nvSpPr>
        <p:spPr>
          <a:xfrm>
            <a:off x="318785" y="1433878"/>
            <a:ext cx="11803084" cy="48331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C00000"/>
              </a:buClr>
              <a:buSzPct val="89000"/>
              <a:buFont typeface="Wingdings" panose="05000000000000000000" pitchFamily="2" charset="2"/>
              <a:buChar char="p"/>
              <a:defRPr sz="3200" b="1" kern="12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C00000"/>
              </a:buClr>
              <a:buSzPct val="89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SzPct val="135000"/>
              <a:buFontTx/>
              <a:buBlip>
                <a:blip r:embed="rId2"/>
              </a:buBlip>
              <a:defRPr sz="2400" kern="12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zh-CN" altLang="en-US" sz="2400" dirty="0">
                <a:latin typeface="PingFang SC"/>
              </a:rPr>
              <a:t>提供场景的多视角图像，无相机标定参数</a:t>
            </a:r>
            <a:endParaRPr lang="en-US" altLang="zh-CN" sz="2400" dirty="0">
              <a:latin typeface="PingFang SC"/>
            </a:endParaRP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zh-CN" altLang="en-US" sz="2400" dirty="0">
                <a:latin typeface="PingFang SC"/>
              </a:rPr>
              <a:t>使用</a:t>
            </a:r>
            <a:r>
              <a:rPr lang="en-US" altLang="zh-CN" sz="2400" dirty="0">
                <a:latin typeface="PingFang SC"/>
              </a:rPr>
              <a:t>VGGT</a:t>
            </a:r>
            <a:r>
              <a:rPr lang="zh-CN" altLang="en-US" sz="2400" dirty="0">
                <a:latin typeface="PingFang SC"/>
              </a:rPr>
              <a:t>求相机参数和初步点云（</a:t>
            </a:r>
            <a:r>
              <a:rPr lang="en-US" altLang="zh-CN" sz="2400" dirty="0">
                <a:latin typeface="PingFang SC"/>
              </a:rPr>
              <a:t>3</a:t>
            </a:r>
            <a:r>
              <a:rPr lang="zh-CN" altLang="en-US" sz="2400" dirty="0">
                <a:latin typeface="PingFang SC"/>
              </a:rPr>
              <a:t>分）</a:t>
            </a:r>
            <a:endParaRPr lang="en-US" altLang="zh-CN" sz="2400" dirty="0">
              <a:latin typeface="PingFang SC"/>
            </a:endParaRP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zh-CN" altLang="en-US" sz="2400" dirty="0">
                <a:latin typeface="PingFang SC"/>
              </a:rPr>
              <a:t>编程实现</a:t>
            </a:r>
            <a:r>
              <a:rPr lang="en-US" altLang="zh-CN" sz="2400" dirty="0">
                <a:latin typeface="PingFang SC"/>
              </a:rPr>
              <a:t>Bundle Adjustment</a:t>
            </a:r>
            <a:r>
              <a:rPr lang="zh-CN" altLang="en-US" sz="2400" dirty="0">
                <a:latin typeface="PingFang SC"/>
              </a:rPr>
              <a:t>优化相机外参和点云（</a:t>
            </a:r>
            <a:r>
              <a:rPr lang="en-US" altLang="zh-CN" sz="2400" dirty="0">
                <a:latin typeface="PingFang SC"/>
              </a:rPr>
              <a:t>4</a:t>
            </a:r>
            <a:r>
              <a:rPr lang="zh-CN" altLang="en-US" sz="2400" dirty="0">
                <a:latin typeface="PingFang SC"/>
              </a:rPr>
              <a:t>分）</a:t>
            </a:r>
            <a:endParaRPr lang="en-US" altLang="zh-CN" sz="2400" dirty="0">
              <a:latin typeface="PingFang SC"/>
            </a:endParaRP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zh-CN" altLang="en-US" sz="2400" dirty="0">
                <a:latin typeface="PingFang SC"/>
              </a:rPr>
              <a:t>编程实现</a:t>
            </a:r>
            <a:r>
              <a:rPr lang="en-US" altLang="zh-CN" sz="2400" dirty="0">
                <a:latin typeface="PingFang SC"/>
              </a:rPr>
              <a:t>3D</a:t>
            </a:r>
            <a:r>
              <a:rPr lang="zh-CN" altLang="en-US" sz="2400" dirty="0">
                <a:latin typeface="PingFang SC"/>
              </a:rPr>
              <a:t>高斯泼溅对进行高斯点云优化，并展示实时交互渲染（</a:t>
            </a:r>
            <a:r>
              <a:rPr lang="en-US" altLang="zh-CN" sz="2400" dirty="0">
                <a:latin typeface="PingFang SC"/>
              </a:rPr>
              <a:t>4</a:t>
            </a:r>
            <a:r>
              <a:rPr lang="zh-CN" altLang="en-US" sz="2400" dirty="0">
                <a:latin typeface="PingFang SC"/>
              </a:rPr>
              <a:t>分）</a:t>
            </a:r>
            <a:endParaRPr lang="en-US" altLang="zh-CN" sz="2400" dirty="0">
              <a:latin typeface="PingFang SC"/>
            </a:endParaRP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zh-CN" altLang="en-US" sz="2400" dirty="0">
                <a:latin typeface="PingFang SC"/>
              </a:rPr>
              <a:t>调研</a:t>
            </a:r>
            <a:r>
              <a:rPr lang="en-US" altLang="zh-CN" sz="2400" dirty="0">
                <a:latin typeface="PingFang SC"/>
              </a:rPr>
              <a:t>VGGT</a:t>
            </a:r>
            <a:r>
              <a:rPr lang="zh-CN" altLang="en-US" sz="2400" dirty="0">
                <a:latin typeface="PingFang SC"/>
              </a:rPr>
              <a:t>的改进方法，提高重建精度或重建速度（</a:t>
            </a:r>
            <a:r>
              <a:rPr lang="en-US" altLang="zh-CN" sz="2400" dirty="0">
                <a:latin typeface="PingFang SC"/>
              </a:rPr>
              <a:t>3</a:t>
            </a:r>
            <a:r>
              <a:rPr lang="zh-CN" altLang="en-US" sz="2400" dirty="0">
                <a:latin typeface="PingFang SC"/>
              </a:rPr>
              <a:t>分）</a:t>
            </a:r>
            <a:endParaRPr lang="en-US" altLang="zh-CN" sz="2400" dirty="0">
              <a:latin typeface="PingFang SC"/>
            </a:endParaRP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altLang="zh-CN" sz="2400" dirty="0">
                <a:latin typeface="PingFang SC"/>
              </a:rPr>
              <a:t>PPT</a:t>
            </a:r>
            <a:r>
              <a:rPr lang="zh-CN" altLang="en-US" sz="2400" dirty="0">
                <a:latin typeface="PingFang SC"/>
              </a:rPr>
              <a:t>制作与答辩</a:t>
            </a:r>
            <a:r>
              <a:rPr lang="en-US" altLang="zh-CN" sz="2400" dirty="0">
                <a:latin typeface="PingFang SC"/>
              </a:rPr>
              <a:t>(6</a:t>
            </a:r>
            <a:r>
              <a:rPr lang="zh-CN" altLang="en-US" sz="2400" dirty="0">
                <a:latin typeface="PingFang SC"/>
              </a:rPr>
              <a:t>分）</a:t>
            </a:r>
            <a:endParaRPr lang="en-US" altLang="zh-CN" sz="2400" dirty="0">
              <a:latin typeface="PingFang SC"/>
            </a:endParaRPr>
          </a:p>
          <a:p>
            <a:pPr lvl="2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PingFang SC"/>
              </a:rPr>
              <a:t>技术实现讲解与展示（</a:t>
            </a:r>
            <a:r>
              <a:rPr lang="en-US" altLang="zh-CN" sz="2000" dirty="0">
                <a:latin typeface="PingFang SC"/>
              </a:rPr>
              <a:t>2</a:t>
            </a:r>
            <a:r>
              <a:rPr lang="zh-CN" altLang="en-US" sz="2000" dirty="0">
                <a:latin typeface="PingFang SC"/>
              </a:rPr>
              <a:t>分）</a:t>
            </a:r>
            <a:endParaRPr lang="en-US" altLang="zh-CN" sz="2000" dirty="0">
              <a:latin typeface="PingFang SC"/>
            </a:endParaRPr>
          </a:p>
          <a:p>
            <a:pPr lvl="2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PingFang SC"/>
              </a:rPr>
              <a:t>分析</a:t>
            </a:r>
            <a:r>
              <a:rPr lang="en-US" altLang="zh-CN" sz="2000" dirty="0">
                <a:latin typeface="PingFang SC"/>
              </a:rPr>
              <a:t>BA</a:t>
            </a:r>
            <a:r>
              <a:rPr lang="zh-CN" altLang="en-US" sz="2000" dirty="0">
                <a:latin typeface="PingFang SC"/>
              </a:rPr>
              <a:t>是否对高斯泼溅的效果（</a:t>
            </a:r>
            <a:r>
              <a:rPr lang="en-US" altLang="zh-CN" sz="2000" dirty="0">
                <a:latin typeface="PingFang SC"/>
              </a:rPr>
              <a:t>2</a:t>
            </a:r>
            <a:r>
              <a:rPr lang="zh-CN" altLang="en-US" sz="2000" dirty="0">
                <a:latin typeface="PingFang SC"/>
              </a:rPr>
              <a:t>分）</a:t>
            </a:r>
            <a:endParaRPr lang="en-US" altLang="zh-CN" sz="2000" dirty="0">
              <a:latin typeface="PingFang SC"/>
            </a:endParaRPr>
          </a:p>
          <a:p>
            <a:pPr lvl="2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PingFang SC"/>
              </a:rPr>
              <a:t>对提出的改进方法进行实验分析（</a:t>
            </a:r>
            <a:r>
              <a:rPr lang="en-US" altLang="zh-CN" sz="2000" dirty="0">
                <a:latin typeface="PingFang SC"/>
              </a:rPr>
              <a:t>1</a:t>
            </a:r>
            <a:r>
              <a:rPr lang="zh-CN" altLang="en-US" sz="2000" dirty="0">
                <a:latin typeface="PingFang SC"/>
              </a:rPr>
              <a:t>分）</a:t>
            </a:r>
            <a:endParaRPr lang="en-US" altLang="zh-CN" sz="2000" dirty="0">
              <a:latin typeface="PingFang SC"/>
            </a:endParaRPr>
          </a:p>
          <a:p>
            <a:pPr lvl="2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PingFang SC"/>
              </a:rPr>
              <a:t>未来可开展的研究方向（</a:t>
            </a:r>
            <a:r>
              <a:rPr lang="en-US" altLang="zh-CN" sz="2000" dirty="0">
                <a:latin typeface="PingFang SC"/>
              </a:rPr>
              <a:t>1</a:t>
            </a:r>
            <a:r>
              <a:rPr lang="zh-CN" altLang="en-US" sz="2000" dirty="0">
                <a:latin typeface="PingFang SC"/>
              </a:rPr>
              <a:t>分）</a:t>
            </a:r>
            <a:endParaRPr lang="en-US" altLang="zh-CN" sz="2000" dirty="0">
              <a:latin typeface="PingFang SC"/>
            </a:endParaRPr>
          </a:p>
          <a:p>
            <a:pPr lvl="1">
              <a:spcBef>
                <a:spcPts val="0"/>
              </a:spcBef>
              <a:spcAft>
                <a:spcPts val="600"/>
              </a:spcAft>
            </a:pPr>
            <a:endParaRPr lang="en-US" altLang="zh-CN" sz="2400" dirty="0">
              <a:latin typeface="PingFang SC"/>
            </a:endParaRPr>
          </a:p>
          <a:p>
            <a:pPr lvl="1">
              <a:spcBef>
                <a:spcPts val="0"/>
              </a:spcBef>
              <a:spcAft>
                <a:spcPts val="600"/>
              </a:spcAft>
            </a:pPr>
            <a:endParaRPr lang="en-US" altLang="zh-CN" sz="2400" dirty="0">
              <a:latin typeface="PingFang SC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92F34D3B-BAF1-98F5-8C44-198492AC8AD3}"/>
              </a:ext>
            </a:extLst>
          </p:cNvPr>
          <p:cNvSpPr txBox="1">
            <a:spLocks/>
          </p:cNvSpPr>
          <p:nvPr/>
        </p:nvSpPr>
        <p:spPr>
          <a:xfrm>
            <a:off x="334571" y="514815"/>
            <a:ext cx="11522857" cy="6385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三维重建与高斯绘制（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分）</a:t>
            </a:r>
          </a:p>
        </p:txBody>
      </p:sp>
    </p:spTree>
    <p:extLst>
      <p:ext uri="{BB962C8B-B14F-4D97-AF65-F5344CB8AC3E}">
        <p14:creationId xmlns:p14="http://schemas.microsoft.com/office/powerpoint/2010/main" val="3267241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1A44EA00-7057-938B-FEF4-47BCB70F19A1}"/>
              </a:ext>
            </a:extLst>
          </p:cNvPr>
          <p:cNvSpPr txBox="1">
            <a:spLocks/>
          </p:cNvSpPr>
          <p:nvPr/>
        </p:nvSpPr>
        <p:spPr>
          <a:xfrm>
            <a:off x="318785" y="1433878"/>
            <a:ext cx="11803084" cy="48331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C00000"/>
              </a:buClr>
              <a:buSzPct val="89000"/>
              <a:buFont typeface="Wingdings" panose="05000000000000000000" pitchFamily="2" charset="2"/>
              <a:buChar char="p"/>
              <a:defRPr sz="3200" b="1" kern="12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C00000"/>
              </a:buClr>
              <a:buSzPct val="89000"/>
              <a:buFont typeface="Wingdings" panose="05000000000000000000" pitchFamily="2" charset="2"/>
              <a:buChar char="n"/>
              <a:defRPr sz="2800" b="1" kern="12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SzPct val="135000"/>
              <a:buFontTx/>
              <a:buBlip>
                <a:blip r:embed="rId2"/>
              </a:buBlip>
              <a:defRPr sz="2400" kern="12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zh-CN" altLang="en-US" sz="2400" dirty="0">
                <a:latin typeface="PingFang SC"/>
              </a:rPr>
              <a:t>所有步骤可以用开源代码实现</a:t>
            </a:r>
            <a:endParaRPr lang="en-US" altLang="zh-CN" sz="2400" dirty="0">
              <a:latin typeface="PingFang SC"/>
            </a:endParaRP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zh-CN" altLang="en-US" sz="2400" dirty="0">
                <a:latin typeface="PingFang SC"/>
              </a:rPr>
              <a:t>自己编程实现可适当加一点分</a:t>
            </a:r>
            <a:endParaRPr lang="en-US" altLang="zh-CN" sz="2400" dirty="0">
              <a:latin typeface="PingFang SC"/>
            </a:endParaRP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zh-CN" altLang="en-US" sz="2400" dirty="0">
                <a:latin typeface="PingFang SC"/>
              </a:rPr>
              <a:t>每人单独完成作业，独立答辩</a:t>
            </a:r>
            <a:endParaRPr lang="en-US" altLang="zh-CN" sz="2400" dirty="0">
              <a:latin typeface="PingFang SC"/>
            </a:endParaRP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zh-CN" altLang="en-US" sz="2400" dirty="0">
                <a:latin typeface="PingFang SC"/>
              </a:rPr>
              <a:t>答辩时间 </a:t>
            </a:r>
            <a:r>
              <a:rPr lang="en-US" altLang="zh-CN" sz="2400" dirty="0">
                <a:latin typeface="PingFang SC"/>
              </a:rPr>
              <a:t>7</a:t>
            </a:r>
            <a:r>
              <a:rPr lang="zh-CN" altLang="en-US" sz="2400" dirty="0">
                <a:latin typeface="PingFang SC"/>
              </a:rPr>
              <a:t>月</a:t>
            </a:r>
            <a:r>
              <a:rPr lang="en-US" altLang="zh-CN" sz="2400" dirty="0">
                <a:latin typeface="PingFang SC"/>
              </a:rPr>
              <a:t>3-5</a:t>
            </a:r>
            <a:r>
              <a:rPr lang="zh-CN" altLang="en-US" sz="2400" dirty="0">
                <a:latin typeface="PingFang SC"/>
              </a:rPr>
              <a:t>日</a:t>
            </a:r>
            <a:endParaRPr lang="en-US" altLang="zh-CN" sz="2400">
              <a:latin typeface="PingFang SC"/>
            </a:endParaRPr>
          </a:p>
          <a:p>
            <a:pPr marL="457200" lvl="1" indent="0">
              <a:spcBef>
                <a:spcPts val="0"/>
              </a:spcBef>
              <a:spcAft>
                <a:spcPts val="600"/>
              </a:spcAft>
              <a:buNone/>
            </a:pPr>
            <a:endParaRPr lang="en-US" altLang="zh-CN" sz="2400" dirty="0">
              <a:latin typeface="PingFang SC"/>
            </a:endParaRPr>
          </a:p>
          <a:p>
            <a:pPr lvl="1">
              <a:spcBef>
                <a:spcPts val="0"/>
              </a:spcBef>
              <a:spcAft>
                <a:spcPts val="600"/>
              </a:spcAft>
            </a:pPr>
            <a:endParaRPr lang="en-US" altLang="zh-CN" sz="2400" dirty="0">
              <a:latin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3213783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166</Words>
  <Application>Microsoft Office PowerPoint</Application>
  <PresentationFormat>宽屏</PresentationFormat>
  <Paragraphs>15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PingFang SC</vt:lpstr>
      <vt:lpstr>等线</vt:lpstr>
      <vt:lpstr>等线 Light</vt:lpstr>
      <vt:lpstr>微软雅黑</vt:lpstr>
      <vt:lpstr>Arial</vt:lpstr>
      <vt:lpstr>Wingdings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Yebin Liu</dc:creator>
  <cp:lastModifiedBy>Yebin Liu</cp:lastModifiedBy>
  <cp:revision>2</cp:revision>
  <dcterms:created xsi:type="dcterms:W3CDTF">2026-06-09T12:13:54Z</dcterms:created>
  <dcterms:modified xsi:type="dcterms:W3CDTF">2026-06-09T12:24:06Z</dcterms:modified>
</cp:coreProperties>
</file>